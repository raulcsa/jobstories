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616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118872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Stories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" y="3017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portfolio que muestra cómo creces,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qué has construido.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731520"/>
            <a:ext cx="3200400" cy="3200400"/>
          </a:xfrm>
          <a:prstGeom prst="ellipse">
            <a:avLst/>
          </a:prstGeom>
          <a:solidFill>
            <a:srgbClr val="00C2A8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1371600"/>
            <a:ext cx="2011680" cy="2011680"/>
          </a:xfrm>
          <a:prstGeom prst="ellipse">
            <a:avLst/>
          </a:prstGeom>
          <a:solidFill>
            <a:srgbClr val="00C2A8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CORE DEL MVP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pasos · Lo que el usuario puede hacer hoy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7276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572768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533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196596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/ 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69748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con GitHub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Google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56232" y="2651760"/>
            <a:ext cx="54864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1188720"/>
            <a:ext cx="157276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1188720"/>
            <a:ext cx="1572768" cy="73152"/>
          </a:xfrm>
          <a:prstGeom prst="rect">
            <a:avLst/>
          </a:prstGeom>
          <a:solidFill>
            <a:srgbClr val="009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3533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93392" y="196596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entrada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93392" y="269748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intenté · Qué pasó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aprendí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02152" y="2651760"/>
            <a:ext cx="54864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188720"/>
            <a:ext cx="157276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66160" y="1188720"/>
            <a:ext cx="1572768" cy="73152"/>
          </a:xfrm>
          <a:prstGeom prst="rect">
            <a:avLst/>
          </a:prstGeom>
          <a:solidFill>
            <a:srgbClr val="1A6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3533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6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639312" y="196596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habilidades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39312" y="269748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stack tech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 automáticamente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48072" y="2651760"/>
            <a:ext cx="54864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88720"/>
            <a:ext cx="157276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12080" y="1188720"/>
            <a:ext cx="1572768" cy="73152"/>
          </a:xfrm>
          <a:prstGeom prst="rect">
            <a:avLst/>
          </a:prstGeom>
          <a:solidFill>
            <a:srgbClr val="1A5C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3533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285232" y="196596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visibilidad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85232" y="269748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· Privado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compartible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93992" y="2651760"/>
            <a:ext cx="54864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1188720"/>
            <a:ext cx="157276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1188720"/>
            <a:ext cx="1572768" cy="73152"/>
          </a:xfrm>
          <a:prstGeom prst="rect">
            <a:avLst/>
          </a:prstGeom>
          <a:solidFill>
            <a:srgbClr val="154D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13533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4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931152" y="196596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timeline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31152" y="269748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pública con línea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evolución visual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pasos 1-4 construidos · Paso 5 mockeado para demo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DEL PROYECTO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657600"/>
          </a:xfrm>
          <a:prstGeom prst="rect">
            <a:avLst/>
          </a:prstGeom>
          <a:solidFill>
            <a:srgbClr val="F0FFF8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78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435608"/>
            <a:ext cx="252374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SSO (GitHub / Google)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entrada de aprendizaje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Etiquetado de habilidades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visibilidad por entrada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</a:t>
            </a:r>
            <a:r>
              <a:rPr lang="en-US" sz="1100" dirty="0" err="1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3657600"/>
          </a:xfrm>
          <a:prstGeom prst="rect">
            <a:avLst/>
          </a:prstGeom>
          <a:solidFill>
            <a:srgbClr val="FFFBF0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78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MOCKEAMOS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435608"/>
            <a:ext cx="252374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visual interactiva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PDF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pública del portfolio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perfiles (reclutador)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743200" cy="3657600"/>
          </a:xfrm>
          <a:prstGeom prst="rect">
            <a:avLst/>
          </a:prstGeom>
          <a:solidFill>
            <a:srgbClr val="FFF0F4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2743200" cy="384048"/>
          </a:xfrm>
          <a:prstGeom prst="rect">
            <a:avLst/>
          </a:prstGeom>
          <a:solidFill>
            <a:srgbClr val="EF47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978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POSTERGAMOS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0488" y="1435608"/>
            <a:ext cx="252374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B2B (empresas)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formadores / bootcamps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ATS externos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auditoría inmutables (v2)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RGPD avanzado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recomendación IA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IMPORTANTES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trade-offs que definen el producto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691640"/>
          </a:xfrm>
          <a:prstGeom prst="rect">
            <a:avLst/>
          </a:prstGeom>
          <a:solidFill>
            <a:srgbClr val="1A3050"/>
          </a:solidFill>
          <a:ln w="6350">
            <a:solidFill>
              <a:srgbClr val="00C2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502920" cy="502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relacional + JSONB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36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 de datos NoSQL pura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1261872"/>
            <a:ext cx="2856652" cy="475488"/>
          </a:xfrm>
          <a:prstGeom prst="roundRect">
            <a:avLst>
              <a:gd name="adj" fmla="val 15385"/>
            </a:avLst>
          </a:prstGeom>
          <a:solidFill>
            <a:srgbClr val="06D6A0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5806440" y="1261872"/>
            <a:ext cx="29260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Integridad ACID obligatoria para logs de auditoría. Trazabilidad creíble para reclutadores.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06439" y="1810512"/>
            <a:ext cx="2856653" cy="475488"/>
          </a:xfrm>
          <a:prstGeom prst="roundRect">
            <a:avLst>
              <a:gd name="adj" fmla="val 15385"/>
            </a:avLst>
          </a:prstGeom>
          <a:solidFill>
            <a:srgbClr val="EF476F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5806440" y="1810512"/>
            <a:ext cx="29260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Migraciones formales de esquema desde día 1. Mayor overhead inicial que Mongo.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286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qué: La credibilidad del dato es el producto. Un reclutador que descubra datos manipulables destruye el modelo de negocio.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8595360" cy="1691640"/>
          </a:xfrm>
          <a:prstGeom prst="rect">
            <a:avLst/>
          </a:prstGeom>
          <a:solidFill>
            <a:srgbClr val="1A3050"/>
          </a:solidFill>
          <a:ln w="6350">
            <a:solidFill>
              <a:srgbClr val="00C2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246120"/>
            <a:ext cx="502920" cy="502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externo (GitHub / Google)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456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Sistema de auth propio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06440" y="3182112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06D6A0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182112"/>
            <a:ext cx="29260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gestionar contraseñas. Onboarding instantáneo. Señal de identidad tech verificada.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06440" y="3730752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EF476F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3730752"/>
            <a:ext cx="29260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Dependencia crítica: si GitHub cae, nuestro login cae. Sin acceso a usuarios sin cuenta en esas plataformas.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5840" y="42062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qué: El usuario objetivo ya usa GitHub. El login con GitHub es en sí mismo una señal de perfil tech.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CLAVE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riesgos prioritarios y cómo los mitigamos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207008"/>
          </a:xfrm>
          <a:prstGeom prst="rect">
            <a:avLst/>
          </a:prstGeom>
          <a:solidFill>
            <a:srgbClr val="EF47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78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15568" y="107899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F47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0789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325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adopción — fricción en hábito de registro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5727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El usuario crea cuenta pero no registra aprendizajes de forma continua. Sin datos, no hay timeline. Sin timeline, no hay producto.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1517904"/>
            <a:ext cx="4343400" cy="603504"/>
          </a:xfrm>
          <a:prstGeom prst="rect">
            <a:avLst/>
          </a:prstGeom>
          <a:solidFill>
            <a:srgbClr val="F0FFF8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536192"/>
            <a:ext cx="4160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Flujo de entrada en &lt; 2 min. Prompt semanal por email. Plantilla de entrada con 3 campos obligatorios y 2 opcionales. Onboarding guiado con primera entrada pre-rellenada.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50008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50008"/>
            <a:ext cx="73152" cy="1207008"/>
          </a:xfrm>
          <a:prstGeom prst="rect">
            <a:avLst/>
          </a:prstGeom>
          <a:solidFill>
            <a:srgbClr val="EF47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" y="242316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F47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2423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26700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Desconfianza de reclutadores — datos no verificables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29169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Los reclutadores ven las entradas como texto libre fabricable, igual que un CV estándar. Canal B2B en riesgo.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34840" y="2862072"/>
            <a:ext cx="4343400" cy="603504"/>
          </a:xfrm>
          <a:prstGeom prst="rect">
            <a:avLst/>
          </a:prstGeom>
          <a:solidFill>
            <a:srgbClr val="F0FFF8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880360"/>
            <a:ext cx="4160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Timestamps inmutables visibles al reclutador. Badge 'entrada no editada' vs 'editada N veces'. En v2: hash de contenido + log de auditoría expuesto.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694176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694176"/>
            <a:ext cx="73152" cy="1207008"/>
          </a:xfrm>
          <a:prstGeom prst="rect">
            <a:avLst/>
          </a:prstGeom>
          <a:solidFill>
            <a:srgbClr val="C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767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15568" y="3767328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C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37673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912" y="401421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de LinkedIn / GitHub con funcionalidad similar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" y="42611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LinkedIn lanza 'Learning Journal'. Tiene efectos de red que nosotros no tenemos. Golpe mortal para el negocio.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34840" y="4206240"/>
            <a:ext cx="4343400" cy="603504"/>
          </a:xfrm>
          <a:prstGeom prst="rect">
            <a:avLst/>
          </a:prstGeom>
          <a:solidFill>
            <a:srgbClr val="F0FFF8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4224528"/>
            <a:ext cx="4160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Apostar por nicho de formación (bootcamps/universidades) donde LinkedIn no compite. Velocidad: estar en mercado antes de que grandes actúen. Comunidad y datos propios como moat.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519</Words>
  <Application>Microsoft Office PowerPoint</Application>
  <PresentationFormat>Presentación en pantalla (16:9)</PresentationFormat>
  <Paragraphs>82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MVP — Plataforma de Evolución Tech</dc:title>
  <dc:subject>PptxGenJS Presentation</dc:subject>
  <dc:creator>PptxGenJS</dc:creator>
  <cp:lastModifiedBy>Raúl Casado San Andrés</cp:lastModifiedBy>
  <cp:revision>3</cp:revision>
  <dcterms:created xsi:type="dcterms:W3CDTF">2026-05-18T18:52:45Z</dcterms:created>
  <dcterms:modified xsi:type="dcterms:W3CDTF">2026-05-20T08:12:13Z</dcterms:modified>
</cp:coreProperties>
</file>